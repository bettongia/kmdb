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Presentation Titl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" name="Presentation Subtitl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